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366F1">
              <a:alpha val="9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₽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PayControl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C6F5"/>
                </a:solidFill>
              </a:rPr>
              <a:t>Трекер личных платежей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146304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v10 • март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548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Что внутри: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97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4F0"/>
                </a:solidFill>
              </a:rPr>
              <a:t>🔐  Авторизация и хранение данных в облаке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4F0"/>
                </a:solidFill>
              </a:rPr>
              <a:t>📱  PWA — устанавливается как нативное приложение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4F0"/>
                </a:solidFill>
              </a:rPr>
              <a:t>🔔  Telegram-уведомления о предстоящих платежах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8803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4F0"/>
                </a:solidFill>
              </a:rPr>
              <a:t>🚀  Автодеплой через GitHub webhook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4747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4F0"/>
                </a:solidFill>
              </a:rPr>
              <a:t>🌐  Собственный сервер и домен с HTTPS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5CF6"/>
                </a:solidFill>
              </a:rPr>
              <a:t>paycontrol.dcmr.ru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и технологический стек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Физический сервер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Ubuntu 22.04 LTS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837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Офис, внешний IP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Docker 29.2.1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0584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Домен и SSL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paycontrol.dcmr.ru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1837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Let's Encrypt HTTPS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Nginx в контейнере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00584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0584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База данных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0216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PocketBase (Docker)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0216" y="1837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Auth + REST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0216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Порт 8090, SSH-туннель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92608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CI/CD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3438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GitHub → Webhook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37581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Node.js сервер :9000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Автодеплой за ~15 сек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72968" y="292608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292608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  Уведомления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3438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Telegram Bot API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10128" y="37581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Node.js + cron (07:00 МСК)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10128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Платежи на 7 дней вперёд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63056" y="2926080"/>
            <a:ext cx="2834640" cy="16916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92608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Фронтенд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0216" y="3438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Vanilla JS + CSS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00216" y="37581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PWA (Service Worker)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00216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Responsive дизайн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приложения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Функционал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Регистрация и авторизация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Email + пароль через PocketBase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Управление платежами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03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Добавление, редактирование, удаление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5420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Категории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Подписки, ЖКХ, Кредиты, Другое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1181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118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Поиск и фильтрация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3558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По категориям со счётчиками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6941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94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Telegram-уведомления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Ежедневно в 7:00 МСК о ближайших платежах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70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270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Сброс пароля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507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Email на русском → ссылка → новый пароль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914400"/>
            <a:ext cx="0" cy="384048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PWA и дизайн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Установка на телефон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16276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Работает как нативное приложение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Worker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2203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Кеш 10 файлов, быстрый старт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5420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Тёмная и светлая тема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Переключение в один клик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1181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0" y="3118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Адаптивный дизайн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355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Мобильный и десктоп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36941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12080" y="36941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Дашборд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Сумма/месяц, ближайший платёж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4270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12080" y="4270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Просроченные платежи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4507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Красная обводка для важных дат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приложения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111120"/>
          </a:solidFill>
          <a:ln w="25400">
            <a:solidFill>
              <a:srgbClr val="4B4B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2194560" cy="36118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194560" cy="457200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  PayControl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1031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СУММА / МЕСЯЦ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2 640 034 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21031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БЛИЖАЙШИЙ ПЛАТЁЖ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24 613 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493776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443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Все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37844" y="2944368"/>
            <a:ext cx="493776" cy="219456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" y="29443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Подп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572768" y="2944368"/>
            <a:ext cx="493776" cy="219456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29443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ЖКХ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107692" y="2944368"/>
            <a:ext cx="493776" cy="219456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7692" y="29443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Кред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2920" y="3246120"/>
            <a:ext cx="2103120" cy="502920"/>
          </a:xfrm>
          <a:prstGeom prst="rect">
            <a:avLst/>
          </a:prstGeom>
          <a:solidFill>
            <a:srgbClr val="1E1E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735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укпоо · Подписка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3447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7373"/>
                </a:solidFill>
              </a:rPr>
              <a:t>24 613 ₽  27.02.2026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813048"/>
            <a:ext cx="2103120" cy="50292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ТЕСТ 1 · ЖКХ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6928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3 985 ₽  04.03.2026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0" y="914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Ключевые экраны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00400" y="1417320"/>
            <a:ext cx="5577840" cy="7772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1417320"/>
            <a:ext cx="54864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1481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Дашборд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1764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Сводка: сумма за месяц, ближайший платёж, активные обязательства по категориям.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286000"/>
            <a:ext cx="5577840" cy="7772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286000"/>
            <a:ext cx="54864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350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Список платежей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37560" y="2633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Таблица с поиском и фильтрами. Просроченные платежи выделены красной рамкой.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3154680"/>
            <a:ext cx="5577840" cy="7772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154680"/>
            <a:ext cx="54864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218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➕  Добавление платежа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37560" y="35021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Форма: название, сумма, дата, категория. Данные привязаны к аккаунту.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023360"/>
            <a:ext cx="5577840" cy="7772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4023360"/>
            <a:ext cx="54864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40873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Авторизация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37560" y="43708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Вход и регистрация. Сброс пароля через email с письмом на русском языке.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разработки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25400">
            <a:solidFill>
              <a:srgbClr val="2E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75688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298448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Этап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Сервер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янв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Ubuntu, Docker,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Nginx, HTTPS, домен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04288" y="2075688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7088" y="960120"/>
            <a:ext cx="1298448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Этап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47088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Инфра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47088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янв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47088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1952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PocketBase,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SMTP, Auth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94176" y="2075688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6976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6976" y="960120"/>
            <a:ext cx="1298448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6976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Этап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6976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Telegram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36976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фев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36976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Bot API,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cron, уведомления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84064" y="2075688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960120"/>
            <a:ext cx="1298448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Этап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26864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CI/CD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26864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мар 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26864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GitHub webhook,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автодеплой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73952" y="2075688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16752" y="960120"/>
            <a:ext cx="1298448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Ит. 1-2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16752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 + Auth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16752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мар 2026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16752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Фронтенд,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сброс пароля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63840" y="2075688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960120"/>
            <a:ext cx="1298448" cy="100584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960120"/>
            <a:ext cx="1298448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1005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Ит. 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06640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PWA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06640" y="15361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10.03.26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2578608"/>
            <a:ext cx="1298448" cy="68580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61504" y="2624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Service Worker,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установка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1520" y="3429000"/>
            <a:ext cx="1874520" cy="1371600"/>
          </a:xfrm>
          <a:prstGeom prst="rect">
            <a:avLst/>
          </a:prstGeom>
          <a:solidFill>
            <a:srgbClr val="1616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" y="35661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</a:rPr>
              <a:t>6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731520" y="4187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завершённых этапов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80360" y="3429000"/>
            <a:ext cx="1874520" cy="1371600"/>
          </a:xfrm>
          <a:prstGeom prst="rect">
            <a:avLst/>
          </a:prstGeom>
          <a:solidFill>
            <a:srgbClr val="1616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880360" y="35661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</a:rPr>
              <a:t>100%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2880360" y="4187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своя инфраструктура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0" y="3429000"/>
            <a:ext cx="1874520" cy="1371600"/>
          </a:xfrm>
          <a:prstGeom prst="rect">
            <a:avLst/>
          </a:prstGeom>
          <a:solidFill>
            <a:srgbClr val="1616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29200" y="35661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</a:rPr>
              <a:t>PWA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5029200" y="4187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установка на телефон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178040" y="3429000"/>
            <a:ext cx="1874520" cy="1371600"/>
          </a:xfrm>
          <a:prstGeom prst="rect">
            <a:avLst/>
          </a:prstGeom>
          <a:solidFill>
            <a:srgbClr val="1616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178040" y="35661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</a:rPr>
              <a:t>24/7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7178040" y="4187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авто-уведомления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развития — следующие итерации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84048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64008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Итерация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Редактирование и UX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1828800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Встроенное редактирование в строке таблицы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50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Подтверждение перед удалением платежа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3255264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Сортировка: по дате / сумме / названию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3968496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77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Пустой стейт с призывом добавить платёж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960120"/>
            <a:ext cx="2834640" cy="384048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960120"/>
            <a:ext cx="2834640" cy="64008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Итерация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1216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Аналитика и статистика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182880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График платежей по месяцам (bar chart)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5420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450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Разбивка по категориям (pie chart)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25526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31638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Архив выполненных платежей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96849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877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Экспорт в CSV / PDF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8776" y="960120"/>
            <a:ext cx="2834640" cy="3840480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960120"/>
            <a:ext cx="2834640" cy="64008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Итерация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1216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Расширенные функции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73368" y="182880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Совместный доступ (семья / команда)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73368" y="25420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2450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Push-уведомления через Web Push API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73368" y="32552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31638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Персональные настройки уведомлений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73368" y="396849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3877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F0"/>
                </a:solidFill>
              </a:rPr>
              <a:t>Тёмная тема по расписанию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6366F1">
              <a:alpha val="9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PayControl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5CF6"/>
                </a:solidFill>
              </a:rPr>
              <a:t>готов к использованию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4F0"/>
                </a:solidFill>
              </a:rPr>
              <a:t>🌐  paycontrol.dcmr.ru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4F0"/>
                </a:solidFill>
              </a:rPr>
              <a:t>📦  github.com/alexander-gneushev/paycontrol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467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📱  Установите как PWA с телефона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731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Итого сделано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Собственный сервер и домен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0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HTTPS + автообновление SSL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77840" y="20665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PocketBase: Auth + API + SMTP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2505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Telegram-уведомления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Автодеплой через GitHub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7784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PWA: установка на телефон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3822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Восстановление пароля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4F0"/>
                </a:solidFill>
              </a:rPr>
              <a:t>✅  Тёмная и светлая тема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PayControl — Итоги разработки</dc:title>
  <dc:subject>PptxGenJS Presentation</dc:subject>
  <dc:creator>PptxGenJS</dc:creator>
  <cp:lastModifiedBy>PptxGenJS</cp:lastModifiedBy>
  <cp:revision>1</cp:revision>
  <dcterms:created xsi:type="dcterms:W3CDTF">2026-03-10T12:33:23Z</dcterms:created>
  <dcterms:modified xsi:type="dcterms:W3CDTF">2026-03-10T12:33:23Z</dcterms:modified>
</cp:coreProperties>
</file>